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80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2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66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12188952" cy="242316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344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3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Representation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Applications  •  Class XI (Commerce)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4709160"/>
            <a:ext cx="292608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89204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 are 10 kinds of people in the world:
those who understand binary numerals, and those who don't”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Ian Stewart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 Introduction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can understand only binary digits (0s and 1s).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278892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— numbers, characters, images, audio, video — must be converted into binary form.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8404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representation explains HOW computers store, process and communicate information.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4892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chapter covers number systems, character encoding and multimedia file formats.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3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56616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System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661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· Binary · Octal · Hexadecimal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11880" y="3291840"/>
            <a:ext cx="237744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Number System?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systematic way of writing and representing numbers using a set of symbols or digits.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9260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(Radix)</a:t>
            </a: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 number of symbols used in a number system.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digit's value also depends on its position — called a positional number system.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Number Systems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745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Decimal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– 10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05840" y="3474720"/>
            <a:ext cx="16916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used: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4023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0,1,2,3,4,5,6,7,8,9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18745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10712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410712" y="2926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– 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867912" y="3474720"/>
            <a:ext cx="16916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used: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547872" y="4023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0, 1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18745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Octal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272784" y="2926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– 8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729984" y="3474720"/>
            <a:ext cx="16916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9944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used: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9944" y="4023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0,1,2,3,4,5,6,7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187452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34856" y="219456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Hexadecimal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34856" y="2926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– 16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9592056" y="3474720"/>
            <a:ext cx="169164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36576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used: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272016" y="4023360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0–9 and A–F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Decimal Number System  (Base 10)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Latin “decem” meaning ten. Uses 10 symbols: 0–9.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534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5486400" cy="13106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Place Value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10²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10⁰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4"/>
          <p:cNvSpPr/>
          <p:nvPr/>
        </p:nvSpPr>
        <p:spPr>
          <a:xfrm>
            <a:off x="6400800" y="30175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5×100 + 3×10 + 4×1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500 + 30 + 4  =  534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48640" y="44348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5720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LSD (Least Significant Digit): 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rightmost digit — smallest place value
</a:t>
            </a: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 (Most Significant Digit): 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leftmost digit — largest place value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 Binary Number System  (Base 2)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only two symbols — 0 and 1 — each called a bit.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(1001011)₂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7680960" cy="100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2⁶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2⁰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1148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1×64+0×32+0×16+1×8+0×4+1×2+1×1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(75)₁₀</a:t>
            </a:r>
            <a:endParaRPr lang="en-US" sz="2000" dirty="0"/>
          </a:p>
        </p:txBody>
      </p:sp>
      <p:sp>
        <p:nvSpPr>
          <p:cNvPr id="6" name="Text 5"/>
          <p:cNvSpPr/>
          <p:nvPr/>
        </p:nvSpPr>
        <p:spPr>
          <a:xfrm>
            <a:off x="548640" y="4983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LSB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rightmost bit    </a:t>
            </a: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leftmost bit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of Binary Numbers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874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20756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Language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606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language of computers — all data &amp; instructions use 0s and 1s.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92240" y="214884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207568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Electronics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06640" y="260604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digital signals in electronic circuits.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3840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Data Storage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5720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store data — essential to modern computing.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394960" cy="169164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 w="15875">
            <a:solidFill>
              <a:srgbClr val="CADCF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11480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06640" y="4041648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06640" y="4572000"/>
            <a:ext cx="40233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data by converting information into binary form.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 Octal Number System  (Base 8)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8 digits: 0,1,2,3,4,5,6,7. More compact than binary and converts easily to/from binary.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for: file permissions (Unix), memory addresses, embedded systems/microcontrollers.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(123)₈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4114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8²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8⁰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0" y="379476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1×64 + 2×8 + 3×1
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(83)₁₀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7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d.  Hexadecimal Number System  (Base 16)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16 symbols: digits 0–9 and letters A–F (A=10 … F=15).</a:t>
            </a:r>
            <a:endParaRPr lang="en-US" sz="2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539728" cy="77724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3337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(258)₁₆</a:t>
            </a:r>
            <a:endParaRPr lang="en-US" sz="26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86200"/>
          <a:ext cx="4114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16²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16¹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16⁰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029200" y="388620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2×256 + 5×16 + 8×1
</a:t>
            </a: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(600)₁₀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Do Computers Use Binary?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are built from millions of transistors — tiny switches with only two states.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803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voltage  →  represented as 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17920" y="265176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88036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217920" y="361188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voltage  →  represented as 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two-state nature makes binary simple, reliable and error-resistant — unlike decimal, which would need 10 precise voltage levels prone to electrical noise.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3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56616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System Conversions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661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bridge between human understanding &amp; computer processing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11880" y="3291840"/>
            <a:ext cx="237744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2.3.1  Decimal → Binary Conversion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number repeatedly by 2, noting each remainder.
</a:t>
            </a: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remainders bottom → top for the binary answer.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Convert (35)₁₀ to binary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3840480" cy="283464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(LSB)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(MSB)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429768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(35)₁₀ = (100011)₂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2.3.2  Binary → Decimal Conversion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each bit by its weighted power of 2.
</a:t>
            </a: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up all the products.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697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Convert (101101)₂ to decimal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46120"/>
          <a:ext cx="6583680" cy="10058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2⁵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2⁴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2³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2²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2¹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2⁰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4348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32+0+8+4+0+1
</a:t>
            </a: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(45)₁₀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2.3.3 / 2.3.4   Octal → Binary Conversion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octal digit  =  exactly 3 binary bits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Octal → Binary:   (523)₈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4114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93776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(523)₈ = (101010011)₂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→ Octal:   (101101010)₂</a:t>
            </a:r>
            <a:endParaRPr lang="en-US" sz="2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4114800" cy="10058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4937760" y="4937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(101101010)₂ = (552)₈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2.3.5 / 2.3.6   Hexadecimal → Binary Conversion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hexadecimal digit  =  exactly 4 binary bits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Hex → Binary:   (9AF)₁₆</a:t>
            </a:r>
            <a:endParaRPr lang="en-US" sz="2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486400" cy="1005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32004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(9AF)₁₆ = (100110101111)₂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548640" y="4160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→ Hex:   (100101111011)₂</a:t>
            </a:r>
            <a:endParaRPr lang="en-US" sz="22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663440"/>
          <a:ext cx="5486400" cy="10058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400800" y="493776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(100101111011)₂ = (97B)₁₆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1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presetID="1" presetClass="entr" fill="hold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 Binary Addition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add binary numbers the same way we add decimal numbers — but base 2, not 10.</a:t>
            </a:r>
            <a:endParaRPr lang="en-US" sz="2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4754880" cy="23774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2468880"/>
            <a:ext cx="5669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Example:  1101₂ + 0011₂
</a:t>
            </a:r>
            <a:r>
              <a:rPr lang="en-US" sz="220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 1  ← carry
</a:t>
            </a: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1101
+ 0011
</a:t>
            </a: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10000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3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56616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 Representation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661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computers store integers and floating-point numbers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11880" y="3291840"/>
            <a:ext cx="237744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2.5.1  Integer Representation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830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Word: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fixed-size group of bits handled as a unit by a processor.
</a:t>
            </a: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length: </a:t>
            </a: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bits in a word (common: 8, 16, 32, 64).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schemes represent integers (positive &amp; negative) in binary: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657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363931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and Magnitude Representation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448056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480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44622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1's Complement Representation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5303520"/>
            <a:ext cx="594360" cy="59436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5303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52852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2's Complement Representation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Sign and Magnitude Representation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MSB (leftmost bit) = sign  →  0 = positive, 1 = negative
</a:t>
            </a: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7 bits = magnitude (absolute value)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Represent  −25  using 8 bits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Magnitude of 25 in 7-bit binary  →  0011001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Sign of number  →  Negative  (MSB = 1)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4572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Combine sign + magnitude  →  1 0011001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  −25  =  10011001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 1's Complement Representation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numbers are formed by flipping every bit — all 0s become 1s and all 1s become 0s.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 1) Write the number in 8-bit binary (true form)   2) Flip every bit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Represent  −87  in 1's complement form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11064240" cy="1828800"/>
          </a:xfrm>
          <a:prstGeom prst="roundRect">
            <a:avLst>
              <a:gd name="adj" fmla="val 5000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1480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8-bit binary of 87        =  </a:t>
            </a: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01010111
</a:t>
            </a:r>
            <a:r>
              <a:rPr lang="en-US" sz="2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1's complement of −87  =  </a:t>
            </a:r>
            <a:r>
              <a:rPr lang="en-US" sz="2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10101000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c.  2's Complement Representation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commonly used method by computers — simple, efficient, avoids problems of other methods.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  1) 8-bit binary of the value   2) Take 1's complement   3) Add 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 Represent  −25  in 2's complement form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374904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886200"/>
            <a:ext cx="10332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8-bit binary of 25   =  00011001
1's complement      =  11100110
                          +        1
2's complement       =  </a:t>
            </a:r>
            <a:r>
              <a:rPr lang="en-US" sz="22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11100111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2.5.2  Floating Point Representation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737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an integer part AND a fractional part is a floating-point number.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8346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Mantissa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number, normalized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13.4 → 0.134)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26060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83464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217920" y="34290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places the binary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should move (power of 2)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 </a:t>
            </a: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  =  0.134 × 10²   (mantissa = 134, exponent = 2)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3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56616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Character Representation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661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letters, numbers &amp; symbols as binary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11880" y="3291840"/>
            <a:ext cx="237744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a.  ASCII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Standard Code for Information Interchange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letters, numbers &amp; symbols using 7-bit binary codes (128 characters). Published 1963 by ASA (later ANSI). IBM's Extended ASCII uses 8 bits.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611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206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and efficient</a:t>
            </a:r>
            <a:endParaRPr lang="en-US" sz="2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Widely supported and compatible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217920" y="34290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36118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Demerits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492240" y="42062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Limited character set</a:t>
            </a:r>
            <a:endParaRPr lang="en-US" sz="2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Doesn't support multiple languages or special symbols well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b.  Unicode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ASCII (7-bit) and Extended ASCII (8-bit) cannot represent all characters/scripts of the world. Unicode was introduced to fix this.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Maintained by the Unicode Consortium. Originally 16-bit (UCS-2, 65,536 chars); now supports up to 1,114,112 code points via UTF-8, UTF-16 or UTF-32.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548640" y="3520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Benefits: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977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Language Support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17920" y="40233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12280" y="3977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Independence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43000" y="4754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 Application Development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17920" y="48006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475488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Sharing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Character Encodings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64240" cy="310896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Character Range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ASCII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bits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2⁷ = 128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text, control codes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characters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Extended ASCII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2⁸ = 256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European characters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global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Unicode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16–32 bits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2⁸ to 2³²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language support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more storage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3200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b="1" dirty="0">
                <a:solidFill>
                  <a:srgbClr val="2E3A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3566160" y="24688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Multimedia File Formats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3566160" y="34290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· Audio · Video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11880" y="3291840"/>
            <a:ext cx="237744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2.7.1  Image File Formats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image is stored as a grid of pixels. Each pixel's color uses the RGB model (Red, Green, Blue), each 0–255, stored in 24 bits.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image file has three parts: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54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 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format, width, height, colour depth, compression type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93192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17320" y="3886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Data:  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binary data representing pixel colour values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46634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 </a:t>
            </a:r>
            <a:r>
              <a:rPr lang="en-US" sz="22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details — date, camera settings, author, GPS location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Lossy compression</a:t>
            </a:r>
            <a:r>
              <a:rPr lang="en-US" sz="21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removes data to shrink size.   </a:t>
            </a:r>
            <a:r>
              <a:rPr lang="en-US" sz="21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Lossless compression</a:t>
            </a:r>
            <a:r>
              <a:rPr lang="en-US" sz="2100" i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shrinks size with no data lost.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Image File Formats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4206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Size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Uncompressed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apps, raw storage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Photos, web images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Lossless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Logos, transparent images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Lossless (256 colours)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animations, memes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TIFF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/ Lossless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Large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design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2.7.2  Audio File Formats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sound waves are converted into digital signals — a process called digitization.</a:t>
            </a:r>
            <a:endParaRPr lang="en-US" sz="25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3749039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Uncompressed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recording, editing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Music, streaming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than MP3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Streaming, Apple devices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FLAC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Lossless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Archiving, audio editing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OGG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Gaming, streaming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57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WMA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Lossy / Lossless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Good–Excellent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 apps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2.7.3  Video File Formats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6424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video = a fast sequence of still images (frames), usually 24–60 fps, synced with audio.</a:t>
            </a:r>
            <a:endParaRPr lang="en-US" sz="25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64240" cy="37490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 Uses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Editing, archiving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MPEG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Universal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Web, mobile, streaming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MKV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 software support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Movies, HD videos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macOS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Professional editing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Browsers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HTML5 streaming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Summary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2743200" cy="0"/>
          </a:xfrm>
          <a:prstGeom prst="line">
            <a:avLst/>
          </a:prstGeom>
          <a:noFill/>
          <a:ln w="381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2880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463040" y="17830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store all data as binary digits (0s and 1s).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587752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42032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 systems: Decimal, Binary, Octal, Hexadecimal — each with its own base.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31520" y="334670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3467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3300984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convert between systems using division/remainder or grouping methods.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31520" y="4105656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4059936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Integers use Sign-Magnitude, 1's Complement or 2's Complement representation; fractions use Mantissa–Exponent (floating point).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31520" y="4864608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864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4818888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are encoded via ASCII, Extended ASCII or Unicode.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31520" y="5623560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5623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55778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audio and video are digitized and stored using various compressed file formats.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2 – Data Representation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0" y="651052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2125</Words>
  <Application>Microsoft Macintosh PowerPoint</Application>
  <PresentationFormat>Widescreen</PresentationFormat>
  <Paragraphs>544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3</cp:revision>
  <dcterms:created xsi:type="dcterms:W3CDTF">2026-07-11T09:14:32Z</dcterms:created>
  <dcterms:modified xsi:type="dcterms:W3CDTF">2026-07-11T17:38:06Z</dcterms:modified>
</cp:coreProperties>
</file>